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60"/>
  </p:normalViewPr>
  <p:slideViewPr>
    <p:cSldViewPr snapToGrid="0">
      <p:cViewPr varScale="1">
        <p:scale>
          <a:sx n="82" d="100"/>
          <a:sy n="82" d="100"/>
        </p:scale>
        <p:origin x="43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aac Shin" userId="b18f8a7877fb9220" providerId="LiveId" clId="{09798699-DDEC-4921-ABA4-38F153565738}"/>
    <pc:docChg chg="undo custSel addSld delSld modSld">
      <pc:chgData name="isaac Shin" userId="b18f8a7877fb9220" providerId="LiveId" clId="{09798699-DDEC-4921-ABA4-38F153565738}" dt="2026-10-08T08:52:31.900" v="1053" actId="47"/>
      <pc:docMkLst>
        <pc:docMk/>
      </pc:docMkLst>
      <pc:sldChg chg="del">
        <pc:chgData name="isaac Shin" userId="b18f8a7877fb9220" providerId="LiveId" clId="{09798699-DDEC-4921-ABA4-38F153565738}" dt="2026-10-08T08:52:31.900" v="1053" actId="47"/>
        <pc:sldMkLst>
          <pc:docMk/>
          <pc:sldMk cId="809363849" sldId="256"/>
        </pc:sldMkLst>
      </pc:sldChg>
      <pc:sldChg chg="addSp delSp modSp add mod">
        <pc:chgData name="isaac Shin" userId="b18f8a7877fb9220" providerId="LiveId" clId="{09798699-DDEC-4921-ABA4-38F153565738}" dt="2026-10-08T08:50:09.374" v="1052" actId="2061"/>
        <pc:sldMkLst>
          <pc:docMk/>
          <pc:sldMk cId="19062550" sldId="257"/>
        </pc:sldMkLst>
        <pc:spChg chg="del">
          <ac:chgData name="isaac Shin" userId="b18f8a7877fb9220" providerId="LiveId" clId="{09798699-DDEC-4921-ABA4-38F153565738}" dt="2026-10-08T08:07:23.207" v="1" actId="478"/>
          <ac:spMkLst>
            <pc:docMk/>
            <pc:sldMk cId="19062550" sldId="257"/>
            <ac:spMk id="4" creationId="{F486A2F2-F8E2-5509-E110-4836E6713A56}"/>
          </ac:spMkLst>
        </pc:spChg>
        <pc:spChg chg="del">
          <ac:chgData name="isaac Shin" userId="b18f8a7877fb9220" providerId="LiveId" clId="{09798699-DDEC-4921-ABA4-38F153565738}" dt="2026-10-08T08:07:31.291" v="2" actId="478"/>
          <ac:spMkLst>
            <pc:docMk/>
            <pc:sldMk cId="19062550" sldId="257"/>
            <ac:spMk id="5" creationId="{69A5AD47-A157-C4F0-5CB3-E4F69E6121C3}"/>
          </ac:spMkLst>
        </pc:spChg>
        <pc:spChg chg="del">
          <ac:chgData name="isaac Shin" userId="b18f8a7877fb9220" providerId="LiveId" clId="{09798699-DDEC-4921-ABA4-38F153565738}" dt="2026-10-08T08:07:23.207" v="1" actId="478"/>
          <ac:spMkLst>
            <pc:docMk/>
            <pc:sldMk cId="19062550" sldId="257"/>
            <ac:spMk id="6" creationId="{1601BD93-CD00-B97D-0A94-C39B10D30FF4}"/>
          </ac:spMkLst>
        </pc:spChg>
        <pc:spChg chg="del">
          <ac:chgData name="isaac Shin" userId="b18f8a7877fb9220" providerId="LiveId" clId="{09798699-DDEC-4921-ABA4-38F153565738}" dt="2026-10-08T08:07:23.207" v="1" actId="478"/>
          <ac:spMkLst>
            <pc:docMk/>
            <pc:sldMk cId="19062550" sldId="257"/>
            <ac:spMk id="7" creationId="{D6334D3C-178D-8574-2609-64A68B817744}"/>
          </ac:spMkLst>
        </pc:spChg>
        <pc:spChg chg="del">
          <ac:chgData name="isaac Shin" userId="b18f8a7877fb9220" providerId="LiveId" clId="{09798699-DDEC-4921-ABA4-38F153565738}" dt="2026-10-08T08:07:23.207" v="1" actId="478"/>
          <ac:spMkLst>
            <pc:docMk/>
            <pc:sldMk cId="19062550" sldId="257"/>
            <ac:spMk id="8" creationId="{7354C0E1-8EEA-EFC7-5A3E-C5BC5B512D5D}"/>
          </ac:spMkLst>
        </pc:spChg>
        <pc:spChg chg="del">
          <ac:chgData name="isaac Shin" userId="b18f8a7877fb9220" providerId="LiveId" clId="{09798699-DDEC-4921-ABA4-38F153565738}" dt="2026-10-08T08:07:35.031" v="6" actId="478"/>
          <ac:spMkLst>
            <pc:docMk/>
            <pc:sldMk cId="19062550" sldId="257"/>
            <ac:spMk id="9" creationId="{AD121E36-C0DF-F7E8-5EFF-CF22028D62AD}"/>
          </ac:spMkLst>
        </pc:spChg>
        <pc:spChg chg="del">
          <ac:chgData name="isaac Shin" userId="b18f8a7877fb9220" providerId="LiveId" clId="{09798699-DDEC-4921-ABA4-38F153565738}" dt="2026-10-08T08:08:00.080" v="17" actId="478"/>
          <ac:spMkLst>
            <pc:docMk/>
            <pc:sldMk cId="19062550" sldId="257"/>
            <ac:spMk id="10" creationId="{50632023-CDE5-5072-6391-2154650278AD}"/>
          </ac:spMkLst>
        </pc:spChg>
        <pc:spChg chg="del mod">
          <ac:chgData name="isaac Shin" userId="b18f8a7877fb9220" providerId="LiveId" clId="{09798699-DDEC-4921-ABA4-38F153565738}" dt="2026-10-08T08:09:45.259" v="25" actId="478"/>
          <ac:spMkLst>
            <pc:docMk/>
            <pc:sldMk cId="19062550" sldId="257"/>
            <ac:spMk id="11" creationId="{08CAA212-5041-C63C-13F4-4DEF0710D398}"/>
          </ac:spMkLst>
        </pc:spChg>
        <pc:spChg chg="del mod">
          <ac:chgData name="isaac Shin" userId="b18f8a7877fb9220" providerId="LiveId" clId="{09798699-DDEC-4921-ABA4-38F153565738}" dt="2026-10-08T08:07:47.358" v="15" actId="478"/>
          <ac:spMkLst>
            <pc:docMk/>
            <pc:sldMk cId="19062550" sldId="257"/>
            <ac:spMk id="12" creationId="{6650806E-9938-4BE3-F0D7-6AD0352E4794}"/>
          </ac:spMkLst>
        </pc:spChg>
        <pc:spChg chg="del mod">
          <ac:chgData name="isaac Shin" userId="b18f8a7877fb9220" providerId="LiveId" clId="{09798699-DDEC-4921-ABA4-38F153565738}" dt="2026-10-08T08:07:43.513" v="12" actId="478"/>
          <ac:spMkLst>
            <pc:docMk/>
            <pc:sldMk cId="19062550" sldId="257"/>
            <ac:spMk id="13" creationId="{F8862307-95F9-9ABE-ECBA-FCA8D3B4BF5A}"/>
          </ac:spMkLst>
        </pc:spChg>
        <pc:spChg chg="del mod">
          <ac:chgData name="isaac Shin" userId="b18f8a7877fb9220" providerId="LiveId" clId="{09798699-DDEC-4921-ABA4-38F153565738}" dt="2026-10-08T08:09:49.362" v="26" actId="478"/>
          <ac:spMkLst>
            <pc:docMk/>
            <pc:sldMk cId="19062550" sldId="257"/>
            <ac:spMk id="14" creationId="{746BB00B-637A-413E-A731-44C852AFFCBB}"/>
          </ac:spMkLst>
        </pc:spChg>
        <pc:spChg chg="del">
          <ac:chgData name="isaac Shin" userId="b18f8a7877fb9220" providerId="LiveId" clId="{09798699-DDEC-4921-ABA4-38F153565738}" dt="2026-10-08T08:07:39.384" v="9" actId="478"/>
          <ac:spMkLst>
            <pc:docMk/>
            <pc:sldMk cId="19062550" sldId="257"/>
            <ac:spMk id="15" creationId="{4D521623-7FCD-8ED9-C85B-A458882C62A5}"/>
          </ac:spMkLst>
        </pc:spChg>
        <pc:spChg chg="del">
          <ac:chgData name="isaac Shin" userId="b18f8a7877fb9220" providerId="LiveId" clId="{09798699-DDEC-4921-ABA4-38F153565738}" dt="2026-10-08T08:07:37.828" v="8" actId="478"/>
          <ac:spMkLst>
            <pc:docMk/>
            <pc:sldMk cId="19062550" sldId="257"/>
            <ac:spMk id="16" creationId="{4E550359-4DBF-C18A-7276-E03BAF6C3D36}"/>
          </ac:spMkLst>
        </pc:spChg>
        <pc:spChg chg="del">
          <ac:chgData name="isaac Shin" userId="b18f8a7877fb9220" providerId="LiveId" clId="{09798699-DDEC-4921-ABA4-38F153565738}" dt="2026-10-08T08:07:41.380" v="10" actId="478"/>
          <ac:spMkLst>
            <pc:docMk/>
            <pc:sldMk cId="19062550" sldId="257"/>
            <ac:spMk id="17" creationId="{B75A7C52-3DFD-A8BB-FF95-1EB0AA0FC34B}"/>
          </ac:spMkLst>
        </pc:spChg>
        <pc:spChg chg="add mod">
          <ac:chgData name="isaac Shin" userId="b18f8a7877fb9220" providerId="LiveId" clId="{09798699-DDEC-4921-ABA4-38F153565738}" dt="2026-10-08T08:45:29.676" v="1044" actId="1035"/>
          <ac:spMkLst>
            <pc:docMk/>
            <pc:sldMk cId="19062550" sldId="257"/>
            <ac:spMk id="29" creationId="{8D201E1D-1C46-659B-1C50-6CD0C12D9EF6}"/>
          </ac:spMkLst>
        </pc:spChg>
        <pc:spChg chg="del">
          <ac:chgData name="isaac Shin" userId="b18f8a7877fb9220" providerId="LiveId" clId="{09798699-DDEC-4921-ABA4-38F153565738}" dt="2026-10-08T08:07:35.934" v="7" actId="478"/>
          <ac:spMkLst>
            <pc:docMk/>
            <pc:sldMk cId="19062550" sldId="257"/>
            <ac:spMk id="32" creationId="{367D0881-CBB3-4E42-DFB9-E42525D34E84}"/>
          </ac:spMkLst>
        </pc:spChg>
        <pc:graphicFrameChg chg="add mod modGraphic">
          <ac:chgData name="isaac Shin" userId="b18f8a7877fb9220" providerId="LiveId" clId="{09798699-DDEC-4921-ABA4-38F153565738}" dt="2026-10-08T08:44:26.061" v="1024" actId="1036"/>
          <ac:graphicFrameMkLst>
            <pc:docMk/>
            <pc:sldMk cId="19062550" sldId="257"/>
            <ac:graphicFrameMk id="2" creationId="{E36BE509-3390-68FD-D4D0-69540519759F}"/>
          </ac:graphicFrameMkLst>
        </pc:graphicFrameChg>
        <pc:graphicFrameChg chg="add mod modGraphic">
          <ac:chgData name="isaac Shin" userId="b18f8a7877fb9220" providerId="LiveId" clId="{09798699-DDEC-4921-ABA4-38F153565738}" dt="2026-10-08T08:41:51.382" v="946" actId="113"/>
          <ac:graphicFrameMkLst>
            <pc:docMk/>
            <pc:sldMk cId="19062550" sldId="257"/>
            <ac:graphicFrameMk id="3" creationId="{17CE3A29-2876-16BB-F97B-724AB50DB043}"/>
          </ac:graphicFrameMkLst>
        </pc:graphicFrameChg>
        <pc:graphicFrameChg chg="add mod modGraphic">
          <ac:chgData name="isaac Shin" userId="b18f8a7877fb9220" providerId="LiveId" clId="{09798699-DDEC-4921-ABA4-38F153565738}" dt="2026-10-08T08:44:26.061" v="1024" actId="1036"/>
          <ac:graphicFrameMkLst>
            <pc:docMk/>
            <pc:sldMk cId="19062550" sldId="257"/>
            <ac:graphicFrameMk id="18" creationId="{93A5FAE6-AA2C-01A1-9812-4244CB3E257D}"/>
          </ac:graphicFrameMkLst>
        </pc:graphicFrameChg>
        <pc:graphicFrameChg chg="add mod modGraphic">
          <ac:chgData name="isaac Shin" userId="b18f8a7877fb9220" providerId="LiveId" clId="{09798699-DDEC-4921-ABA4-38F153565738}" dt="2026-10-08T08:44:26.061" v="1024" actId="1036"/>
          <ac:graphicFrameMkLst>
            <pc:docMk/>
            <pc:sldMk cId="19062550" sldId="257"/>
            <ac:graphicFrameMk id="20" creationId="{0FE53465-F3F7-8A35-F34A-05C4498CA5AC}"/>
          </ac:graphicFrameMkLst>
        </pc:graphicFrameChg>
        <pc:graphicFrameChg chg="add mod modGraphic">
          <ac:chgData name="isaac Shin" userId="b18f8a7877fb9220" providerId="LiveId" clId="{09798699-DDEC-4921-ABA4-38F153565738}" dt="2026-10-08T08:44:26.061" v="1024" actId="1036"/>
          <ac:graphicFrameMkLst>
            <pc:docMk/>
            <pc:sldMk cId="19062550" sldId="257"/>
            <ac:graphicFrameMk id="22" creationId="{84168384-9A06-E3D5-C163-C31031418612}"/>
          </ac:graphicFrameMkLst>
        </pc:graphicFrameChg>
        <pc:graphicFrameChg chg="add mod modGraphic">
          <ac:chgData name="isaac Shin" userId="b18f8a7877fb9220" providerId="LiveId" clId="{09798699-DDEC-4921-ABA4-38F153565738}" dt="2026-10-08T08:50:05.326" v="1051" actId="2061"/>
          <ac:graphicFrameMkLst>
            <pc:docMk/>
            <pc:sldMk cId="19062550" sldId="257"/>
            <ac:graphicFrameMk id="23" creationId="{D2976212-6A67-901B-513F-8D8DD1FE21F6}"/>
          </ac:graphicFrameMkLst>
        </pc:graphicFrameChg>
        <pc:graphicFrameChg chg="add mod modGraphic">
          <ac:chgData name="isaac Shin" userId="b18f8a7877fb9220" providerId="LiveId" clId="{09798699-DDEC-4921-ABA4-38F153565738}" dt="2026-10-08T08:50:09.374" v="1052" actId="2061"/>
          <ac:graphicFrameMkLst>
            <pc:docMk/>
            <pc:sldMk cId="19062550" sldId="257"/>
            <ac:graphicFrameMk id="24" creationId="{D854D614-4498-1BB4-CF35-E436B9582995}"/>
          </ac:graphicFrameMkLst>
        </pc:graphicFrameChg>
        <pc:graphicFrameChg chg="add mod modGraphic">
          <ac:chgData name="isaac Shin" userId="b18f8a7877fb9220" providerId="LiveId" clId="{09798699-DDEC-4921-ABA4-38F153565738}" dt="2026-10-08T08:39:53.858" v="905" actId="207"/>
          <ac:graphicFrameMkLst>
            <pc:docMk/>
            <pc:sldMk cId="19062550" sldId="257"/>
            <ac:graphicFrameMk id="25" creationId="{98B52F41-9A11-5B76-6CF6-5A6F37AE8788}"/>
          </ac:graphicFrameMkLst>
        </pc:graphicFrameChg>
        <pc:graphicFrameChg chg="add mod modGraphic">
          <ac:chgData name="isaac Shin" userId="b18f8a7877fb9220" providerId="LiveId" clId="{09798699-DDEC-4921-ABA4-38F153565738}" dt="2026-10-08T08:39:57.287" v="906" actId="207"/>
          <ac:graphicFrameMkLst>
            <pc:docMk/>
            <pc:sldMk cId="19062550" sldId="257"/>
            <ac:graphicFrameMk id="26" creationId="{62459831-394D-9D2E-69F4-9D7490886B16}"/>
          </ac:graphicFrameMkLst>
        </pc:graphicFrameChg>
        <pc:graphicFrameChg chg="add mod modGraphic">
          <ac:chgData name="isaac Shin" userId="b18f8a7877fb9220" providerId="LiveId" clId="{09798699-DDEC-4921-ABA4-38F153565738}" dt="2026-10-08T08:45:43.992" v="1045" actId="14100"/>
          <ac:graphicFrameMkLst>
            <pc:docMk/>
            <pc:sldMk cId="19062550" sldId="257"/>
            <ac:graphicFrameMk id="27" creationId="{FACD2A9E-51CD-39BA-E2EF-4623E4F9A6A4}"/>
          </ac:graphicFrameMkLst>
        </pc:graphicFrameChg>
        <pc:graphicFrameChg chg="add del mod modGraphic">
          <ac:chgData name="isaac Shin" userId="b18f8a7877fb9220" providerId="LiveId" clId="{09798699-DDEC-4921-ABA4-38F153565738}" dt="2026-10-08T08:44:41.150" v="1028" actId="478"/>
          <ac:graphicFrameMkLst>
            <pc:docMk/>
            <pc:sldMk cId="19062550" sldId="257"/>
            <ac:graphicFrameMk id="28" creationId="{1DBA9762-3C9F-1361-7BC5-F2F8809FD9EC}"/>
          </ac:graphicFrameMkLst>
        </pc:graphicFrameChg>
        <pc:picChg chg="del">
          <ac:chgData name="isaac Shin" userId="b18f8a7877fb9220" providerId="LiveId" clId="{09798699-DDEC-4921-ABA4-38F153565738}" dt="2026-10-08T08:07:33.708" v="4" actId="478"/>
          <ac:picMkLst>
            <pc:docMk/>
            <pc:sldMk cId="19062550" sldId="257"/>
            <ac:picMk id="19" creationId="{E1FA06B1-6D91-CBC4-59E8-8B8947AE0C54}"/>
          </ac:picMkLst>
        </pc:picChg>
        <pc:picChg chg="del">
          <ac:chgData name="isaac Shin" userId="b18f8a7877fb9220" providerId="LiveId" clId="{09798699-DDEC-4921-ABA4-38F153565738}" dt="2026-10-08T08:07:33.134" v="3" actId="478"/>
          <ac:picMkLst>
            <pc:docMk/>
            <pc:sldMk cId="19062550" sldId="257"/>
            <ac:picMk id="21" creationId="{DA0B9AA4-EA88-9082-F998-56F8728F4247}"/>
          </ac:picMkLst>
        </pc:picChg>
        <pc:picChg chg="del">
          <ac:chgData name="isaac Shin" userId="b18f8a7877fb9220" providerId="LiveId" clId="{09798699-DDEC-4921-ABA4-38F153565738}" dt="2026-10-08T08:07:34.199" v="5" actId="478"/>
          <ac:picMkLst>
            <pc:docMk/>
            <pc:sldMk cId="19062550" sldId="257"/>
            <ac:picMk id="31" creationId="{31A29D14-0F17-3584-98A6-ACA0B743B41B}"/>
          </ac:picMkLst>
        </pc:picChg>
        <pc:picChg chg="del">
          <ac:chgData name="isaac Shin" userId="b18f8a7877fb9220" providerId="LiveId" clId="{09798699-DDEC-4921-ABA4-38F153565738}" dt="2026-10-08T08:07:45.050" v="13" actId="478"/>
          <ac:picMkLst>
            <pc:docMk/>
            <pc:sldMk cId="19062550" sldId="257"/>
            <ac:picMk id="36" creationId="{3E14F282-B4A8-3015-6EAB-975876336BA5}"/>
          </ac:picMkLst>
        </pc:picChg>
        <pc:cxnChg chg="del">
          <ac:chgData name="isaac Shin" userId="b18f8a7877fb9220" providerId="LiveId" clId="{09798699-DDEC-4921-ABA4-38F153565738}" dt="2026-10-08T08:08:02.166" v="18" actId="478"/>
          <ac:cxnSpMkLst>
            <pc:docMk/>
            <pc:sldMk cId="19062550" sldId="257"/>
            <ac:cxnSpMk id="38" creationId="{9AC7B160-E8A5-33B8-A534-8E55C6F75E90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A231EE-D639-3777-41F3-47A3712B58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268272B-0ADD-CCD2-8682-096D2383D7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6C325F-4365-0CE3-58FE-904B2E196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45B02-3AB2-47C2-B014-12EBB8EE99F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9A027B9-0FFB-6FD5-F414-69B3A29B2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1F2E5C-8C8C-43DC-197D-F8DA4D7126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D99BE-4960-4AE7-B4DC-2F2450CA9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23111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45A1E6-C7BC-8E86-6F6A-845CC2F99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CA9330-E242-C44A-08C0-71682EE5A4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D81638-7E25-3025-CCCA-008EFE372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45B02-3AB2-47C2-B014-12EBB8EE99F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AA94F6A-D572-1884-5972-EB6238A58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7DAD780-9035-818E-D0A3-CE1A12455E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D99BE-4960-4AE7-B4DC-2F2450CA9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722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F28B12-B966-8164-121E-8C34EDFC9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29CEFDE-6724-04B7-866E-0A03398417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5C4F81-4846-3E9E-2CC3-9DD07499F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45B02-3AB2-47C2-B014-12EBB8EE99F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17256C4-68F9-DD11-D7CD-00A30610C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94C26D-0627-A19A-F36E-C4036F049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D99BE-4960-4AE7-B4DC-2F2450CA9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4855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465E1A-13E7-EE80-0B1B-D51DA187E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44570E8-CE04-112D-6EAF-1CF29A7BC9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001EA32-D9DA-0060-E35C-6159C5CBD4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6770E02-E11C-2AA3-56BA-6967B7628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45B02-3AB2-47C2-B014-12EBB8EE99F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00417C6-AF33-74BE-9546-11D9E0E98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C4996AA-4B05-88C6-7A4D-B171E186B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D99BE-4960-4AE7-B4DC-2F2450CA9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8324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5783F7-B256-7043-7025-AF41677ED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B242EB-DC47-84D8-E096-C91798E157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3B794FE-DC3E-8354-5E0B-62737EC309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73B99F0-6F0C-AEAE-20C8-0F4F2E9F4D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4B0D3EF-CD35-1C2E-5D74-B99CDB40D0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AE31B17-1D19-2024-7970-D723E644E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45B02-3AB2-47C2-B014-12EBB8EE99F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0BC7B3C-9D22-D68A-7419-62569CF26D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9ACA76B-60A4-156C-4F82-BFD8753AD9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D99BE-4960-4AE7-B4DC-2F2450CA9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059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53D4EF-EBB7-0EFE-0DC5-1A37C64978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396FD37C-3B0C-F95E-A43F-EE4025769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45B02-3AB2-47C2-B014-12EBB8EE99F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B48FFF2-B130-E1B3-130F-9C49E1C075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3ED4940-87B2-56F2-533E-955C5BCBB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D99BE-4960-4AE7-B4DC-2F2450CA9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17866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DB3B1A5-1CB3-8312-849E-4C2A49645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45B02-3AB2-47C2-B014-12EBB8EE99F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A80A287-31AF-AE61-72D3-A7D35ACF9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7AF5447-7BF9-4D84-EDE8-681FE0F6D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D99BE-4960-4AE7-B4DC-2F2450CA9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1662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171448-1131-521C-54DE-ABEC74D38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4CFFDDF-6A97-CDCA-BEF6-3BF2CF0F27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D08D838-6CA4-B0FF-541A-1388BA6199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AF02F38-02D2-7937-61EA-7D7C59755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45B02-3AB2-47C2-B014-12EBB8EE99F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215270B-F4D9-6403-E4A3-9E3EC3FB7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D2DF03B-D9B6-F134-DF09-0B6FC17DF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D99BE-4960-4AE7-B4DC-2F2450CA9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87969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5A991A-1BB8-41EB-A315-B045539E2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4DFC46E-2D47-0108-09D7-A894238883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7916863-BB99-357E-EAC0-3A630868DE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751D29C-DE7A-881D-9AEC-AB0530280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45B02-3AB2-47C2-B014-12EBB8EE99F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B2823C4-40E0-F79F-F8F3-B6E74CFCA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93FD5C4-70FC-7C4B-D1B8-7E712C12EC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D99BE-4960-4AE7-B4DC-2F2450CA9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1948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0FA7E8-DBC6-3489-B20C-9D22F2185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82843FF-4DA1-EA01-5C19-2F89C82ECA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3884738-7E2C-10CD-1531-0EB79DC73F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45B02-3AB2-47C2-B014-12EBB8EE99F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EF0315-8624-FD7A-2983-3E0EBACA5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E31731-6FA5-097D-F71A-7271904B9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D99BE-4960-4AE7-B4DC-2F2450CA9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28239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3AAD50D-7321-B1BD-4A40-FC065A6336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EAE1118-B73F-08EB-1920-7C6BCEF166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418F11-655B-D300-BF41-C864E02801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45B02-3AB2-47C2-B014-12EBB8EE99F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B33DE4-845D-E6C2-4E9F-8B9820E6D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25340A-256A-5FAC-BEE6-43EF307DF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85D99BE-4960-4AE7-B4DC-2F2450CA9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87102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9E4CB47-B313-BA8C-FE36-78654DA248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EF0BA5C-A072-A584-C0FC-C293DF13F3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B9E46F-C912-7F9B-A8EC-90005EAF27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B45B02-3AB2-47C2-B014-12EBB8EE99F3}" type="datetimeFigureOut">
              <a:rPr lang="ko-KR" altLang="en-US" smtClean="0"/>
              <a:t>2026-10-08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FB68D9-0EBB-9348-A3B6-FAF517BA13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91A0836-6865-9E36-AA68-A8790F0E7A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5D99BE-4960-4AE7-B4DC-2F2450CA9A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3769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AC305E-F0A9-711E-14E5-4679689F4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36BE509-3390-68FD-D4D0-6954051975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4361168"/>
              </p:ext>
            </p:extLst>
          </p:nvPr>
        </p:nvGraphicFramePr>
        <p:xfrm>
          <a:off x="110013" y="148893"/>
          <a:ext cx="1637248" cy="8353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7248">
                  <a:extLst>
                    <a:ext uri="{9D8B030D-6E8A-4147-A177-3AD203B41FA5}">
                      <a16:colId xmlns:a16="http://schemas.microsoft.com/office/drawing/2014/main" val="646565303"/>
                    </a:ext>
                  </a:extLst>
                </a:gridCol>
              </a:tblGrid>
              <a:tr h="83539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시설물</a:t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법규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4457161"/>
                  </a:ext>
                </a:extLst>
              </a:tr>
            </a:tbl>
          </a:graphicData>
        </a:graphic>
      </p:graphicFrame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17CE3A29-2876-16BB-F97B-724AB50DB0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9593013"/>
              </p:ext>
            </p:extLst>
          </p:nvPr>
        </p:nvGraphicFramePr>
        <p:xfrm>
          <a:off x="110012" y="1028349"/>
          <a:ext cx="11905322" cy="56403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587">
                  <a:extLst>
                    <a:ext uri="{9D8B030D-6E8A-4147-A177-3AD203B41FA5}">
                      <a16:colId xmlns:a16="http://schemas.microsoft.com/office/drawing/2014/main" val="4206020653"/>
                    </a:ext>
                  </a:extLst>
                </a:gridCol>
                <a:gridCol w="2181747">
                  <a:extLst>
                    <a:ext uri="{9D8B030D-6E8A-4147-A177-3AD203B41FA5}">
                      <a16:colId xmlns:a16="http://schemas.microsoft.com/office/drawing/2014/main" val="1937699456"/>
                    </a:ext>
                  </a:extLst>
                </a:gridCol>
                <a:gridCol w="2181747">
                  <a:extLst>
                    <a:ext uri="{9D8B030D-6E8A-4147-A177-3AD203B41FA5}">
                      <a16:colId xmlns:a16="http://schemas.microsoft.com/office/drawing/2014/main" val="3216056735"/>
                    </a:ext>
                  </a:extLst>
                </a:gridCol>
                <a:gridCol w="2181747">
                  <a:extLst>
                    <a:ext uri="{9D8B030D-6E8A-4147-A177-3AD203B41FA5}">
                      <a16:colId xmlns:a16="http://schemas.microsoft.com/office/drawing/2014/main" val="1913354535"/>
                    </a:ext>
                  </a:extLst>
                </a:gridCol>
                <a:gridCol w="2181747">
                  <a:extLst>
                    <a:ext uri="{9D8B030D-6E8A-4147-A177-3AD203B41FA5}">
                      <a16:colId xmlns:a16="http://schemas.microsoft.com/office/drawing/2014/main" val="3503725624"/>
                    </a:ext>
                  </a:extLst>
                </a:gridCol>
                <a:gridCol w="2181747">
                  <a:extLst>
                    <a:ext uri="{9D8B030D-6E8A-4147-A177-3AD203B41FA5}">
                      <a16:colId xmlns:a16="http://schemas.microsoft.com/office/drawing/2014/main" val="3893559064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부적합</a:t>
                      </a:r>
                      <a:endParaRPr lang="en-US" altLang="ko-KR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>
                        <a:lnSpc>
                          <a:spcPct val="100000"/>
                        </a:lnSpc>
                      </a:pPr>
                      <a:r>
                        <a:rPr lang="ko-KR" altLang="en-US" dirty="0">
                          <a:solidFill>
                            <a:schemeClr val="tx1"/>
                          </a:solidFill>
                        </a:rPr>
                        <a:t>개   요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solidFill>
                            <a:schemeClr val="accent1"/>
                          </a:solidFill>
                        </a:rPr>
                        <a:t>협력사 : (주)대한철골건설</a:t>
                      </a:r>
                      <a:r>
                        <a:rPr lang="en-US" altLang="ko-KR" sz="1400" dirty="0">
                          <a:solidFill>
                            <a:schemeClr val="accent1"/>
                          </a:solidFill>
                        </a:rPr>
                        <a:t/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 err="1">
                          <a:solidFill>
                            <a:schemeClr val="accent1"/>
                          </a:solidFill>
                        </a:rPr>
                        <a:t>공종명 : 철골공사 (데크플레이트)</a:t>
                      </a:r>
                      <a:r>
                        <a:rPr lang="ko-KR" altLang="en-US" sz="1400" dirty="0">
                          <a:solidFill>
                            <a:schemeClr val="accent1"/>
                          </a:solidFill>
                        </a:rPr>
                        <a:t/>
                      </a:r>
                      <a:r>
                        <a:rPr lang="en-US" altLang="ko-KR" sz="1400" dirty="0">
                          <a:solidFill>
                            <a:schemeClr val="accent1"/>
                          </a:solidFill>
                        </a:rPr>
                        <a:t/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>
                          <a:solidFill>
                            <a:schemeClr val="accent1"/>
                          </a:solidFill>
                        </a:rPr>
                        <a:t>작업장소 : 2층 하역장 상부 바닥 개구부</a:t>
                      </a:r>
                      <a:r>
                        <a:rPr lang="en-US" altLang="ko-KR" sz="1400" dirty="0">
                          <a:solidFill>
                            <a:schemeClr val="accent1"/>
                          </a:solidFill>
                        </a:rPr>
                        <a:t/>
                      </a:r>
                      <a:endParaRPr lang="ko-KR" altLang="en-US" sz="14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 err="1">
                          <a:solidFill>
                            <a:schemeClr val="accent1"/>
                          </a:solidFill>
                        </a:rPr>
                        <a:t>점검자 : 박패트롤 대리</a:t>
                      </a:r>
                      <a:r>
                        <a:rPr lang="ko-KR" altLang="en-US" sz="1400" dirty="0">
                          <a:solidFill>
                            <a:schemeClr val="accent1"/>
                          </a:solidFill>
                        </a:rPr>
                        <a:t/>
                      </a:r>
                      <a:r>
                        <a:rPr lang="en-US" altLang="ko-KR" sz="1400" dirty="0">
                          <a:solidFill>
                            <a:schemeClr val="accent1"/>
                          </a:solidFill>
                        </a:rPr>
                        <a:t/>
                      </a:r>
                      <a:endParaRPr lang="ko-KR" altLang="en-US" sz="1400" dirty="0">
                        <a:solidFill>
                          <a:schemeClr val="accent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400" dirty="0" err="1">
                          <a:solidFill>
                            <a:schemeClr val="accent1"/>
                          </a:solidFill>
                        </a:rPr>
                        <a:t>점검차수 : 1차</a:t>
                      </a:r>
                      <a:r>
                        <a:rPr lang="ko-KR" altLang="en-US" sz="1400" dirty="0">
                          <a:solidFill>
                            <a:schemeClr val="accent1"/>
                          </a:solidFill>
                        </a:rPr>
                        <a:t/>
                      </a:r>
                      <a:r>
                        <a:rPr lang="en-US" altLang="ko-KR" sz="1400" dirty="0">
                          <a:solidFill>
                            <a:schemeClr val="accent1"/>
                          </a:solidFill>
                        </a:rPr>
                        <a:t/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1596570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algn="l" latinLnBrk="1">
                        <a:spcAft>
                          <a:spcPts val="600"/>
                        </a:spcAft>
                      </a:pPr>
                      <a:r>
                        <a:rPr lang="ko-KR" altLang="en-US" sz="1400" b="1" dirty="0">
                          <a:solidFill>
                            <a:schemeClr val="accent1"/>
                          </a:solidFill>
                        </a:rPr>
                        <a:t>부적합 내용 : ① 데크플레이트 배관 개구부 덮개에 "추락주의" 위험표지 미부착</a:t>
                      </a:r>
                      <a:r>
                        <a:rPr lang="en-US" altLang="ko-KR" sz="1400" dirty="0">
                          <a:solidFill>
                            <a:schemeClr val="accent1"/>
                          </a:solidFill>
                        </a:rPr>
                        <a:t/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</a:p>
                    <a:p>
                      <a:pPr algn="l" latinLnBrk="1">
                        <a:spcAft>
                          <a:spcPts val="600"/>
                        </a:spcAft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② 개구부 덮개 고정 철선 일부 이완으로 유동 발생</a:t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4905897"/>
                  </a:ext>
                </a:extLst>
              </a:tr>
              <a:tr h="4675164">
                <a:tc gridSpan="6"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</a:pP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latinLnBrk="1">
                        <a:spcAft>
                          <a:spcPts val="600"/>
                        </a:spcAft>
                      </a:pP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5884308"/>
                  </a:ext>
                </a:extLst>
              </a:tr>
            </a:tbl>
          </a:graphicData>
        </a:graphic>
      </p:graphicFrame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93A5FAE6-AA2C-01A1-9812-4244CB3E25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8724323"/>
              </p:ext>
            </p:extLst>
          </p:nvPr>
        </p:nvGraphicFramePr>
        <p:xfrm>
          <a:off x="1799032" y="148892"/>
          <a:ext cx="1433401" cy="8353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3401">
                  <a:extLst>
                    <a:ext uri="{9D8B030D-6E8A-4147-A177-3AD203B41FA5}">
                      <a16:colId xmlns:a16="http://schemas.microsoft.com/office/drawing/2014/main" val="646565303"/>
                    </a:ext>
                  </a:extLst>
                </a:gridCol>
              </a:tblGrid>
              <a:tr h="8353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>추락</a:t>
                      </a:r>
                      <a:endParaRPr lang="en-US" altLang="ko-KR" sz="180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>[경부적합]</a:t>
                      </a:r>
                      <a:r>
                        <a:rPr lang="ko-KR" altLang="en-US" sz="1800" dirty="0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en-US" altLang="ko-KR" sz="1800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ko-KR" alt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accent4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457161"/>
                  </a:ext>
                </a:extLst>
              </a:tr>
            </a:tbl>
          </a:graphicData>
        </a:graphic>
      </p:graphicFrame>
      <p:graphicFrame>
        <p:nvGraphicFramePr>
          <p:cNvPr id="20" name="표 19">
            <a:extLst>
              <a:ext uri="{FF2B5EF4-FFF2-40B4-BE49-F238E27FC236}">
                <a16:creationId xmlns:a16="http://schemas.microsoft.com/office/drawing/2014/main" id="{0FE53465-F3F7-8A35-F34A-05C4498CA5A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2017001"/>
              </p:ext>
            </p:extLst>
          </p:nvPr>
        </p:nvGraphicFramePr>
        <p:xfrm>
          <a:off x="3284204" y="148891"/>
          <a:ext cx="5958807" cy="8353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25806">
                  <a:extLst>
                    <a:ext uri="{9D8B030D-6E8A-4147-A177-3AD203B41FA5}">
                      <a16:colId xmlns:a16="http://schemas.microsoft.com/office/drawing/2014/main" val="3503725624"/>
                    </a:ext>
                  </a:extLst>
                </a:gridCol>
                <a:gridCol w="5333001">
                  <a:extLst>
                    <a:ext uri="{9D8B030D-6E8A-4147-A177-3AD203B41FA5}">
                      <a16:colId xmlns:a16="http://schemas.microsoft.com/office/drawing/2014/main" val="3893559064"/>
                    </a:ext>
                  </a:extLst>
                </a:gridCol>
              </a:tblGrid>
              <a:tr h="83539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관련</a:t>
                      </a:r>
                      <a:endParaRPr lang="en-US" altLang="ko-KR" sz="1400" dirty="0">
                        <a:solidFill>
                          <a:schemeClr val="tx1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기준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 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60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산업안전보건기준에 관한 규칙 제59조(추락방지조치)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/>
                      </a: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1596570"/>
                  </a:ext>
                </a:extLst>
              </a:tr>
            </a:tbl>
          </a:graphicData>
        </a:graphic>
      </p:graphicFrame>
      <p:graphicFrame>
        <p:nvGraphicFramePr>
          <p:cNvPr id="22" name="표 21">
            <a:extLst>
              <a:ext uri="{FF2B5EF4-FFF2-40B4-BE49-F238E27FC236}">
                <a16:creationId xmlns:a16="http://schemas.microsoft.com/office/drawing/2014/main" id="{84168384-9A06-E3D5-C163-C310314186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0341112"/>
              </p:ext>
            </p:extLst>
          </p:nvPr>
        </p:nvGraphicFramePr>
        <p:xfrm>
          <a:off x="9294783" y="148891"/>
          <a:ext cx="2720551" cy="8353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0551">
                  <a:extLst>
                    <a:ext uri="{9D8B030D-6E8A-4147-A177-3AD203B41FA5}">
                      <a16:colId xmlns:a16="http://schemas.microsoft.com/office/drawing/2014/main" val="3503725624"/>
                    </a:ext>
                  </a:extLst>
                </a:gridCol>
              </a:tblGrid>
              <a:tr h="4176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□ 계획 미수립 □ 계획 미이행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1596570"/>
                  </a:ext>
                </a:extLst>
              </a:tr>
              <a:tr h="41769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□ 불안전 행동 ■ 불안전 상태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6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/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/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4905897"/>
                  </a:ext>
                </a:extLst>
              </a:tr>
            </a:tbl>
          </a:graphicData>
        </a:graphic>
      </p:graphicFrame>
      <p:graphicFrame>
        <p:nvGraphicFramePr>
          <p:cNvPr id="23" name="표 22">
            <a:extLst>
              <a:ext uri="{FF2B5EF4-FFF2-40B4-BE49-F238E27FC236}">
                <a16:creationId xmlns:a16="http://schemas.microsoft.com/office/drawing/2014/main" id="{D2976212-6A67-901B-513F-8D8DD1FE21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32462178"/>
              </p:ext>
            </p:extLst>
          </p:nvPr>
        </p:nvGraphicFramePr>
        <p:xfrm>
          <a:off x="7676299" y="2422964"/>
          <a:ext cx="4307838" cy="26673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1206">
                  <a:extLst>
                    <a:ext uri="{9D8B030D-6E8A-4147-A177-3AD203B41FA5}">
                      <a16:colId xmlns:a16="http://schemas.microsoft.com/office/drawing/2014/main" val="3503725624"/>
                    </a:ext>
                  </a:extLst>
                </a:gridCol>
                <a:gridCol w="2996632">
                  <a:extLst>
                    <a:ext uri="{9D8B030D-6E8A-4147-A177-3AD203B41FA5}">
                      <a16:colId xmlns:a16="http://schemas.microsoft.com/office/drawing/2014/main" val="3893559064"/>
                    </a:ext>
                  </a:extLst>
                </a:gridCol>
              </a:tblGrid>
              <a:tr h="1684968">
                <a:tc gridSpan="2">
                  <a:txBody>
                    <a:bodyPr/>
                    <a:lstStyle/>
                    <a:p>
                      <a:pPr algn="l" latinLnBrk="1">
                        <a:spcAft>
                          <a:spcPts val="600"/>
                        </a:spcAft>
                      </a:pP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[ 의견 : 시공관리자 및 근로자 ] 설비 배관 위치 확인을 위해 덮개를 일시 이동 후 재고정 시 철선 결속 미흡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/>
                      </a:r>
                    </a:p>
                    <a:p>
                      <a:pPr algn="l" latinLnBrk="1">
                        <a:spcAft>
                          <a:spcPts val="600"/>
                        </a:spcAft>
                      </a:pP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>
                        <a:spcAft>
                          <a:spcPts val="600"/>
                        </a:spcAft>
                      </a:pP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>
                        <a:spcAft>
                          <a:spcPts val="600"/>
                        </a:spcAft>
                      </a:pP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1596570"/>
                  </a:ext>
                </a:extLst>
              </a:tr>
              <a:tr h="381421">
                <a:tc>
                  <a:txBody>
                    <a:bodyPr/>
                    <a:lstStyle/>
                    <a:p>
                      <a:pPr algn="ctr" latinLnBrk="1">
                        <a:spcAft>
                          <a:spcPts val="600"/>
                        </a:spcAft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[점검단 제안] 개구부 덮개 전수 점검 및 경고 위험표지 일괄 부착</a:t>
                      </a:r>
                      <a:r>
                        <a:rPr lang="ko-KR" altLang="en-US" sz="1400" b="1" dirty="0" err="1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latinLnBrk="1">
                        <a:spcAft>
                          <a:spcPts val="600"/>
                        </a:spcAft>
                      </a:pPr>
                      <a:endParaRPr lang="en-US" altLang="ko-KR" sz="1100" dirty="0">
                        <a:solidFill>
                          <a:schemeClr val="tx1"/>
                        </a:solidFill>
                      </a:endParaRPr>
                    </a:p>
                    <a:p>
                      <a:pPr algn="l" latinLnBrk="1">
                        <a:spcAft>
                          <a:spcPts val="600"/>
                        </a:spcAft>
                      </a:pPr>
                      <a:endParaRPr lang="ko-KR" alt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3875433"/>
                  </a:ext>
                </a:extLst>
              </a:tr>
              <a:tr h="601001">
                <a:tc>
                  <a:txBody>
                    <a:bodyPr/>
                    <a:lstStyle/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ko-KR" altLang="en-US" sz="1400" b="1" dirty="0">
                          <a:solidFill>
                            <a:schemeClr val="accent1"/>
                          </a:solidFill>
                        </a:rPr>
                        <a:t>시스템 개선</a:t>
                      </a:r>
                      <a:endParaRPr lang="en-US" altLang="ko-KR" sz="1400" b="1" dirty="0">
                        <a:solidFill>
                          <a:schemeClr val="accent1"/>
                        </a:solidFill>
                      </a:endParaRPr>
                    </a:p>
                    <a:p>
                      <a:pPr algn="ctr" latinLnBrk="1">
                        <a:spcAft>
                          <a:spcPts val="0"/>
                        </a:spcAft>
                      </a:pP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dirty="0">
                          <a:solidFill>
                            <a:schemeClr val="tx1"/>
                          </a:solidFill>
                        </a:rPr>
                        <a:t>모니터링강화</a:t>
                      </a:r>
                      <a:r>
                        <a:rPr lang="en-US" altLang="ko-KR" sz="11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4074446"/>
                  </a:ext>
                </a:extLst>
              </a:tr>
            </a:tbl>
          </a:graphicData>
        </a:graphic>
      </p:graphicFrame>
      <p:graphicFrame>
        <p:nvGraphicFramePr>
          <p:cNvPr id="24" name="표 23">
            <a:extLst>
              <a:ext uri="{FF2B5EF4-FFF2-40B4-BE49-F238E27FC236}">
                <a16:creationId xmlns:a16="http://schemas.microsoft.com/office/drawing/2014/main" id="{D854D614-4498-1BB4-CF35-E436B95829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5841907"/>
              </p:ext>
            </p:extLst>
          </p:nvPr>
        </p:nvGraphicFramePr>
        <p:xfrm>
          <a:off x="7676299" y="5579587"/>
          <a:ext cx="4307840" cy="10367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9903">
                  <a:extLst>
                    <a:ext uri="{9D8B030D-6E8A-4147-A177-3AD203B41FA5}">
                      <a16:colId xmlns:a16="http://schemas.microsoft.com/office/drawing/2014/main" val="3503725624"/>
                    </a:ext>
                  </a:extLst>
                </a:gridCol>
                <a:gridCol w="1377937">
                  <a:extLst>
                    <a:ext uri="{9D8B030D-6E8A-4147-A177-3AD203B41FA5}">
                      <a16:colId xmlns:a16="http://schemas.microsoft.com/office/drawing/2014/main" val="3893559064"/>
                    </a:ext>
                  </a:extLst>
                </a:gridCol>
              </a:tblGrid>
              <a:tr h="345076">
                <a:tc rowSpan="2">
                  <a:txBody>
                    <a:bodyPr/>
                    <a:lstStyle/>
                    <a:p>
                      <a:pPr algn="l" latinLnBrk="1"/>
                      <a:endParaRPr lang="ko-KR" altLang="en-US" sz="11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>[PM 판정결과] 개구부 결속 즉시 완료 및 위험표지 부착 완료 (경고)</a:t>
                      </a:r>
                      <a:r>
                        <a:rPr lang="ko-KR" altLang="en-US" sz="1400" b="1" dirty="0">
                          <a:solidFill>
                            <a:schemeClr val="tx1"/>
                          </a:solidFill>
                        </a:rPr>
                        <a:t/>
                      </a:r>
                      <a:r>
                        <a:rPr lang="en-US" altLang="ko-KR" sz="1400" b="1" dirty="0">
                          <a:solidFill>
                            <a:schemeClr val="tx1"/>
                          </a:solidFill>
                        </a:rPr>
                        <a:t/>
                      </a:r>
                      <a:endParaRPr lang="ko-KR" altLang="en-US" sz="14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3875433"/>
                  </a:ext>
                </a:extLst>
              </a:tr>
              <a:tr h="691633"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4472C4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시스템 개선</a:t>
                      </a:r>
                      <a:endParaRPr kumimoji="0" lang="en-US" altLang="ko-KR" sz="14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4472C4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모니터링강화</a:t>
                      </a: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kumimoji="0" lang="ko-KR" altLang="en-US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4074446"/>
                  </a:ext>
                </a:extLst>
              </a:tr>
            </a:tbl>
          </a:graphicData>
        </a:graphic>
      </p:graphicFrame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98B52F41-9A11-5B76-6CF6-5A6F37AE87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7799656"/>
              </p:ext>
            </p:extLst>
          </p:nvPr>
        </p:nvGraphicFramePr>
        <p:xfrm>
          <a:off x="7676301" y="2018444"/>
          <a:ext cx="430783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7838">
                  <a:extLst>
                    <a:ext uri="{9D8B030D-6E8A-4147-A177-3AD203B41FA5}">
                      <a16:colId xmlns:a16="http://schemas.microsoft.com/office/drawing/2014/main" val="35037256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발생원인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인터뷰 결과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1596570"/>
                  </a:ext>
                </a:extLst>
              </a:tr>
            </a:tbl>
          </a:graphicData>
        </a:graphic>
      </p:graphicFrame>
      <p:graphicFrame>
        <p:nvGraphicFramePr>
          <p:cNvPr id="26" name="표 25">
            <a:extLst>
              <a:ext uri="{FF2B5EF4-FFF2-40B4-BE49-F238E27FC236}">
                <a16:creationId xmlns:a16="http://schemas.microsoft.com/office/drawing/2014/main" id="{62459831-394D-9D2E-69F4-9D7490886B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1715447"/>
              </p:ext>
            </p:extLst>
          </p:nvPr>
        </p:nvGraphicFramePr>
        <p:xfrm>
          <a:off x="7676299" y="5175067"/>
          <a:ext cx="430784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07840">
                  <a:extLst>
                    <a:ext uri="{9D8B030D-6E8A-4147-A177-3AD203B41FA5}">
                      <a16:colId xmlns:a16="http://schemas.microsoft.com/office/drawing/2014/main" val="35037256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개선대책 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400" dirty="0">
                          <a:solidFill>
                            <a:schemeClr val="tx1"/>
                          </a:solidFill>
                        </a:rPr>
                        <a:t>현장 협의 결과</a:t>
                      </a:r>
                      <a:r>
                        <a:rPr lang="en-US" altLang="ko-KR" sz="14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4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1596570"/>
                  </a:ext>
                </a:extLst>
              </a:tr>
            </a:tbl>
          </a:graphicData>
        </a:graphic>
      </p:graphicFrame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FACD2A9E-51CD-39BA-E2EF-4623E4F9A6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57962393"/>
              </p:ext>
            </p:extLst>
          </p:nvPr>
        </p:nvGraphicFramePr>
        <p:xfrm>
          <a:off x="5463103" y="2018445"/>
          <a:ext cx="216078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780">
                  <a:extLst>
                    <a:ext uri="{9D8B030D-6E8A-4147-A177-3AD203B41FA5}">
                      <a16:colId xmlns:a16="http://schemas.microsoft.com/office/drawing/2014/main" val="35037256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□ Hold Point 위반 (N/A)</a:t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1200" b="1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1596570"/>
                  </a:ext>
                </a:extLst>
              </a:tr>
            </a:tbl>
          </a:graphicData>
        </a:graphic>
      </p:graphicFrame>
      <p:sp>
        <p:nvSpPr>
          <p:cNvPr id="29" name="직사각형 28">
            <a:extLst>
              <a:ext uri="{FF2B5EF4-FFF2-40B4-BE49-F238E27FC236}">
                <a16:creationId xmlns:a16="http://schemas.microsoft.com/office/drawing/2014/main" id="{8D201E1D-1C46-659B-1C50-6CD0C12D9EF6}"/>
              </a:ext>
            </a:extLst>
          </p:cNvPr>
          <p:cNvSpPr/>
          <p:nvPr/>
        </p:nvSpPr>
        <p:spPr>
          <a:xfrm>
            <a:off x="4012876" y="448464"/>
            <a:ext cx="5125300" cy="48352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dirty="0">
              <a:solidFill>
                <a:schemeClr val="tx1"/>
              </a:solidFill>
            </a:endParaRPr>
          </a:p>
        </p:txBody>
      </p:sp>
      <p:pic xmlns:p="http://schemas.openxmlformats.org/presentationml/2006/main" xmlns:a="http://schemas.openxmlformats.org/drawingml/2006/main" xmlns:r="http://schemas.openxmlformats.org/officeDocument/2006/relationships">
        <p:nvPicPr>
          <p:cNvPr id="999" name="현장사진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000" y="2700000"/>
            <a:ext cx="4600000" cy="38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2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490</TotalTime>
  <Words>92</Words>
  <Application>Microsoft Office PowerPoint</Application>
  <PresentationFormat>와이드스크린</PresentationFormat>
  <Paragraphs>28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isaac Shin</dc:creator>
  <cp:lastModifiedBy>isaac Shin</cp:lastModifiedBy>
  <cp:revision>1</cp:revision>
  <dcterms:created xsi:type="dcterms:W3CDTF">2025-03-11T04:27:10Z</dcterms:created>
  <dcterms:modified xsi:type="dcterms:W3CDTF">2026-10-08T08:52:36Z</dcterms:modified>
</cp:coreProperties>
</file>