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시설물/법규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solidFill>
            <a:srgbClr val="FFFFFF"/>
          </a:solidFill>
          <a:ln w="3175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
</a:t>
            </a:r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[중부적합]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977640" y="365760"/>
            <a:ext cx="483077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65760"/>
            <a:ext cx="4830775" cy="32918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안전보건지침[줄걸이작업] 7.1.1 일반사항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694944"/>
            <a:ext cx="4830775" cy="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694944"/>
            <a:ext cx="4830775" cy="585216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화물은 유도로프를 통해 유도하고 손으로 밀거나 당기는 행위를 금지하며 화물의 양중높이에 따라 적정한 길이를 가진 유도로프를 사용해야 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08415" y="365760"/>
            <a:ext cx="2926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8415" y="822960"/>
            <a:ext cx="2926080" cy="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71455" y="365760"/>
            <a:ext cx="0" cy="91440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8415" y="3657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계획 미수립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71455" y="3657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계획 미이행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08415" y="8229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불안전 행동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71455" y="8229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불안전 상태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1325880"/>
            <a:ext cx="731520" cy="777240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325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적 합
</a:t>
            </a:r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   요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88720" y="1325880"/>
            <a:ext cx="2057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1325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원영건업(주)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공종명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거푸집동바리공사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작업장소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점검차수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下 3차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88720" y="1709928"/>
            <a:ext cx="105457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1709928"/>
            <a:ext cx="10545775" cy="39319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내용 : 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 거푸집 양중작업 시 양중화물의 수평이 맞지 않음 ↔ 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지상에서 보 거푸집 양중로프 체결 시 로프간격을 맞추지 않음</a:t>
            </a:r>
            <a:pPr algn="l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화물의 수평양중 미 실시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523744"/>
            <a:ext cx="2697480" cy="3922776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Hold Point 위반 (N/A)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지상에서 보 거푸집 로프체결 간격 미준수</a:t>
            </a:r>
            <a:endParaRPr lang="en-US" sz="10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2871216"/>
            <a:ext cx="2697480" cy="3575304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발생원인 (인터뷰 결과)</a:t>
            </a:r>
            <a:endParaRPr lang="en-US" sz="1650" dirty="0"/>
          </a:p>
        </p:txBody>
      </p:sp>
      <p:sp>
        <p:nvSpPr>
          <p:cNvPr id="43" name="Shape 39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[의견 : 안전관리자 및 시공관리자]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거푸집 제작장에서 양중로프를 걸 때 같은 간격으로 맞추지 못했다. 양중로프를 걸 수 있는 위치가 어느 정도 적당하다고 생각되는 곳에 로프를 걸었다.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6035040" y="3483864"/>
            <a:ext cx="56994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543800" y="3483864"/>
            <a:ext cx="0" cy="105156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035040" y="3483864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[점검단 제안]
</a:t>
            </a:r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개선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(이행강화안 수립)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543800" y="3483864"/>
            <a:ext cx="4190695" cy="105156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양중화물의 수평양중은 낙하사고를 방지하는 중요한 안전작업방법이다. 지상에서 양중로프를 체결할 때 화물의 여장간격이 동일하도록 작업팀 교육 및 이행강화 노력이 필요함. 또한 원인이 되는 자재 적재방법 고려 필요.</a:t>
            </a:r>
            <a:endParaRPr lang="en-US" sz="1080" dirty="0"/>
          </a:p>
        </p:txBody>
      </p:sp>
      <p:sp>
        <p:nvSpPr>
          <p:cNvPr id="49" name="Shape 45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개선대책 (현장 협의 결과)</a:t>
            </a:r>
            <a:endParaRPr lang="en-US" sz="1650" dirty="0"/>
          </a:p>
        </p:txBody>
      </p:sp>
      <p:sp>
        <p:nvSpPr>
          <p:cNvPr id="51" name="Shape 47"/>
          <p:cNvSpPr/>
          <p:nvPr/>
        </p:nvSpPr>
        <p:spPr>
          <a:xfrm>
            <a:off x="6035040" y="4882896"/>
            <a:ext cx="569945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225735" y="4882896"/>
            <a:ext cx="0" cy="1563624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0225735" y="4882896"/>
            <a:ext cx="1508760" cy="1563624"/>
          </a:xfrm>
          <a:prstGeom prst="rect">
            <a:avLst/>
          </a:prstGeom>
          <a:noFill/>
          <a:ln/>
        </p:spPr>
        <p:txBody>
          <a:bodyPr wrap="square" lIns="152400" tIns="50800" rIns="50800" bIns="152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[PM 판정결과]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2026-10-25T05:30:50Z</dcterms:created>
  <dcterms:modified xsi:type="dcterms:W3CDTF">2026-10-25T05:30:50Z</dcterms:modified>
</cp:coreProperties>
</file>