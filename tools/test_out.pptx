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914400"/>
          </a:xfrm>
          <a:prstGeom prst="rect">
            <a:avLst/>
          </a:prstGeom>
          <a:solidFill>
            <a:srgbClr val="DCE6F1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시설물/법규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0" y="365760"/>
            <a:ext cx="12801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365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충돌/협착
</a:t>
            </a:r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[중부적합]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365760"/>
            <a:ext cx="685800" cy="914400"/>
          </a:xfrm>
          <a:prstGeom prst="rect">
            <a:avLst/>
          </a:prstGeom>
          <a:solidFill>
            <a:srgbClr val="DCE6F1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36576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977640" y="365760"/>
            <a:ext cx="501365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65760"/>
            <a:ext cx="5013655" cy="914400"/>
          </a:xfrm>
          <a:prstGeom prst="rect">
            <a:avLst/>
          </a:prstGeom>
          <a:noFill/>
          <a:ln/>
        </p:spPr>
        <p:txBody>
          <a:bodyPr wrap="square" lIns="76200" tIns="101600" rIns="101600" bIns="508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안전보건지침[줄걸이작업] 7.1.1 일반사항 - 화물은 유도로프를 통해 유도하고 손으로 밀거나 당기는 행위를 금지하며 화물의 양중높이에 따라 적정한 길이를 가진 유도로프를 사용해야 한다.
</a:t>
            </a:r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화물은 유도로프를 통해 유도하고 손으로 밀거나 당기는 행위를 금지하며 화물의 양중높이에 따라 적정한 길이를 가진 유도로프를 사용해야 한다.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8991295" y="365760"/>
            <a:ext cx="27432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91295" y="822960"/>
            <a:ext cx="2743200" cy="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1295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계획 미수립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362895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계획 미이행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991295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불안전 행동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362895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불안전 상태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1325880"/>
            <a:ext cx="685800" cy="777240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32588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 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143000" y="13258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원영건업(주)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325880"/>
            <a:ext cx="2240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3258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공종명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거푸집동바리공사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32588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작업장소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13258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신우석 프로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55480" y="1325880"/>
            <a:ext cx="21790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1325880"/>
            <a:ext cx="2179015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점검차수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下 3차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43000" y="1709928"/>
            <a:ext cx="105914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1709928"/>
            <a:ext cx="10591495" cy="39319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 내용 : </a:t>
            </a:r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양중화물 </a:t>
            </a:r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유도로프 미사용</a:t>
            </a:r>
            <a:pPr algn="l" indent="0" marL="0">
              <a:buNone/>
            </a:pPr>
            <a:r>
              <a:rPr lang="en-US" sz="11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(직접 손으로 양중화물을 잡고 작업함)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2176272"/>
            <a:ext cx="2697480" cy="347472"/>
          </a:xfrm>
          <a:prstGeom prst="rect">
            <a:avLst/>
          </a:prstGeom>
          <a:solidFill>
            <a:srgbClr val="EA7676"/>
          </a:solidFill>
          <a:ln w="12700">
            <a:solidFill>
              <a:srgbClr val="EA7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1762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화물을 직접 손으로 잡음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2523744"/>
            <a:ext cx="2697480" cy="30083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523744"/>
            <a:ext cx="2697480" cy="3008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📸 사진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Hold Point 위반 (N/A)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2523744"/>
            <a:ext cx="2697480" cy="347472"/>
          </a:xfrm>
          <a:prstGeom prst="rect">
            <a:avLst/>
          </a:prstGeom>
          <a:solidFill>
            <a:srgbClr val="EA7676"/>
          </a:solidFill>
          <a:ln w="12700">
            <a:solidFill>
              <a:srgbClr val="EA7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25237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유도로프 미사용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46120" y="2871216"/>
            <a:ext cx="2697480" cy="26609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2871216"/>
            <a:ext cx="2697480" cy="2660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📸 사진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2176272"/>
            <a:ext cx="5699455" cy="347472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2176272"/>
            <a:ext cx="56994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발생원인 (인터뷰 결과)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35040" y="2523744"/>
            <a:ext cx="5699455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2523744"/>
            <a:ext cx="5699455" cy="960120"/>
          </a:xfrm>
          <a:prstGeom prst="rect">
            <a:avLst/>
          </a:prstGeom>
          <a:noFill/>
          <a:ln/>
        </p:spPr>
        <p:txBody>
          <a:bodyPr wrap="square" lIns="76200" tIns="127000" rIns="127000" bIns="5080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[의견 : 안전관리자 및 시공관리자]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유도로프의 사용기준은 1줄을 설치하는 대로 유도로프를 설치하였으나, 화물을 다루기 어려워 손으로 직접 잡고 당기었다.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3483864"/>
            <a:ext cx="56994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3483864"/>
            <a:ext cx="0" cy="105156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483864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[점검단 제안]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개선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(이행강화안 수립)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543800" y="3483864"/>
            <a:ext cx="4190695" cy="1051560"/>
          </a:xfrm>
          <a:prstGeom prst="rect">
            <a:avLst/>
          </a:prstGeom>
          <a:noFill/>
          <a:ln/>
        </p:spPr>
        <p:txBody>
          <a:bodyPr wrap="square" lIns="76200" tIns="127000" rIns="127000" bIns="5080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유도로프를 설치, 사용하여 화물을 직접 잡지 않도록 작업팀 교육 및 관리자의 강한 요구가 필요하다. 또한 유도로프는 화물의 양쪽으로 2줄을 설치하는 것이 필요함.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035040" y="4535424"/>
            <a:ext cx="5699455" cy="347472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4535424"/>
            <a:ext cx="56994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개선대책 (현장 협의 결과)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035040" y="4882896"/>
            <a:ext cx="569945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25735" y="4882896"/>
            <a:ext cx="0" cy="1563624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4882896"/>
            <a:ext cx="4190695" cy="1563624"/>
          </a:xfrm>
          <a:prstGeom prst="rect">
            <a:avLst/>
          </a:prstGeom>
          <a:noFill/>
          <a:ln/>
        </p:spPr>
        <p:txBody>
          <a:bodyPr wrap="square" lIns="101600" tIns="152400" rIns="152400" bIns="7620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 양중 작업 시 화물을 직접 잡지 않도록 작업팀 교육 실시, 유도로프 추가 설치 등에 대한 기준 검토/수립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0225735" y="4882896"/>
            <a:ext cx="1508760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[PM 판정결과]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개선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(이행강화안 수립)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5532120"/>
            <a:ext cx="5486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532120"/>
            <a:ext cx="5486400" cy="91440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줄걸이 작업자의 책임
</a:t>
            </a:r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양중 시작 전 양중물로부터 5m 이상 안전거리를 확보해야 하고 양중물 하부에서 대기를 금지하며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양중물이 지면으로부터 1.5m 이내에 위치하였을 경우, 접근해야 한다.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2026-10-24T23:14:45Z</dcterms:created>
  <dcterms:modified xsi:type="dcterms:W3CDTF">2026-10-24T23:14:45Z</dcterms:modified>
</cp:coreProperties>
</file>